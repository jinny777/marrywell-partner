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30" d="100"/>
          <a:sy n="130" d="100"/>
        </p:scale>
        <p:origin x="1026" y="-34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4681728"/>
          </a:xfrm>
          <a:prstGeom prst="rect">
            <a:avLst/>
          </a:prstGeom>
          <a:solidFill>
            <a:srgbClr val="14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937760" y="-1463040"/>
            <a:ext cx="4754880" cy="4754880"/>
          </a:xfrm>
          <a:prstGeom prst="ellipse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3108960"/>
            <a:ext cx="2743200" cy="2743200"/>
          </a:xfrm>
          <a:prstGeom prst="ellipse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4681728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3474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29BFE"/>
                </a:solidFill>
                <a:latin typeface="Malgun Gothic"/>
              </a:rPr>
              <a:t>MARRYWELL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347472"/>
            <a:ext cx="7104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77799"/>
                </a:solidFill>
                <a:latin typeface="Malgun Gothic"/>
              </a:rPr>
              <a:t>AI Wedding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77724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결혼 준비,</a:t>
            </a:r>
          </a:p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Malgun Gothic"/>
              </a:rPr>
              <a:t>이제 하나면</a:t>
            </a:r>
          </a:p>
          <a:p>
            <a:pPr algn="l">
              <a:lnSpc>
                <a:spcPct val="110000"/>
              </a:lnSpc>
            </a:pPr>
            <a:r>
              <a:rPr sz="4000" b="1">
                <a:solidFill>
                  <a:srgbClr val="F4C430"/>
                </a:solidFill>
                <a:latin typeface="Malgun Gothic"/>
              </a:rPr>
              <a:t>충분합니다.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324612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C0E8"/>
                </a:solidFill>
                <a:latin typeface="Malgun Gothic"/>
              </a:rPr>
              <a:t>AI가 완성하는 스마트 웨딩 플랫폼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3712463"/>
            <a:ext cx="1371600" cy="2286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3822191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C430"/>
                </a:solidFill>
                <a:latin typeface="Malgun Gothic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822191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algun Gothic"/>
              </a:rPr>
              <a:t>ALL-IN-ONE 자동화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822191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CC"/>
                </a:solidFill>
                <a:latin typeface="Malgun Gothic"/>
              </a:rPr>
              <a:t>청첩장부터 답례까지 한 번에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096511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C430"/>
                </a:solidFill>
                <a:latin typeface="Malgun Gothic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4096511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algun Gothic"/>
              </a:rPr>
              <a:t>AI 콘텐츠 자동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096511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CC"/>
                </a:solidFill>
                <a:latin typeface="Malgun Gothic"/>
              </a:rPr>
              <a:t>사진만 넣으면 영상·청첩장 완성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4370831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C430"/>
                </a:solidFill>
                <a:latin typeface="Malgun Gothic"/>
              </a:rPr>
              <a:t>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370831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algun Gothic"/>
              </a:rPr>
              <a:t>하객 관리 통합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370831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CC"/>
                </a:solidFill>
                <a:latin typeface="Malgun Gothic"/>
              </a:rPr>
              <a:t>결혼식 운영까지 완전 자동화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681728"/>
            <a:ext cx="7562088" cy="354787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681728"/>
            <a:ext cx="50292" cy="354787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8" y="493776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29BFE"/>
                </a:solidFill>
                <a:latin typeface="Malgun Gothic"/>
              </a:rPr>
              <a:t>THE PROBLEM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5175504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Malgun Gothic"/>
              </a:rPr>
              <a:t>결혼 준비는 왜 이렇게 복잡할까요?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559612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Malgun Gothic"/>
              </a:rPr>
              <a:t>모든 과정이 따로따로 — 청첩장, 하객 관리, 영상, 답례까지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6007608"/>
            <a:ext cx="331012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84048" y="6007608"/>
            <a:ext cx="45720" cy="877824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61722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  <a:latin typeface="Malgun Gothic"/>
              </a:rPr>
              <a:t>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5" y="612648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Malgun Gothic"/>
              </a:rPr>
              <a:t>청첩장 제작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5" y="64648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Malgun Gothic"/>
              </a:rPr>
              <a:t>디자이너 섭외, 비용 지출, 시간 낭비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77056" y="6007608"/>
            <a:ext cx="331012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877056" y="6007608"/>
            <a:ext cx="45720" cy="877824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41648" y="61722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  <a:latin typeface="Malgun Gothic"/>
              </a:rPr>
              <a:t>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4" y="612648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Malgun Gothic"/>
              </a:rPr>
              <a:t>하객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35424" y="64648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Malgun Gothic"/>
              </a:rPr>
              <a:t>수기 명단과 엑셀, 답장 일일이 확인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7059168"/>
            <a:ext cx="331012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84048" y="7059168"/>
            <a:ext cx="45720" cy="877824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722376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  <a:latin typeface="Malgun Gothic"/>
              </a:rPr>
              <a:t>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5" y="717804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Malgun Gothic"/>
              </a:rPr>
              <a:t>영상 제작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5" y="75163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Malgun Gothic"/>
              </a:rPr>
              <a:t>별도 업체 의뢰, 고비용, 긴 제작 기간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77056" y="7059168"/>
            <a:ext cx="331012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877056" y="7059168"/>
            <a:ext cx="45720" cy="877824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041648" y="722376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  <a:latin typeface="Malgun Gothic"/>
              </a:rPr>
              <a:t>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35424" y="717804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Malgun Gothic"/>
              </a:rPr>
              <a:t>답례 관리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35424" y="75163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Malgun Gothic"/>
              </a:rPr>
              <a:t>오프라인 수령, 원하는 품목 없음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10415015"/>
            <a:ext cx="7562088" cy="274320"/>
          </a:xfrm>
          <a:prstGeom prst="rect">
            <a:avLst/>
          </a:prstGeom>
          <a:solidFill>
            <a:srgbClr val="14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0" y="10442448"/>
            <a:ext cx="7287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66688"/>
                </a:solidFill>
                <a:latin typeface="Malgun Gothic"/>
              </a:rPr>
              <a:t>MARRYWELL  ·  www.marrywell.co.kr  ·  AI Wedding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10689336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2088" cy="385876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31089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29BFE"/>
                </a:solidFill>
                <a:latin typeface="Malgun Gothic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566928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Malgun Gothic"/>
              </a:rPr>
              <a:t>단 하나의 플랫폼으로 모든 준비 완료.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9875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Malgun Gothic"/>
              </a:rPr>
              <a:t>메리웰은 결혼 준비의 모든 과정을 AI로 자동화합니다.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389888"/>
            <a:ext cx="2212848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1389888"/>
            <a:ext cx="45720" cy="2286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1389888"/>
            <a:ext cx="2212848" cy="4572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21207" y="1572768"/>
            <a:ext cx="475488" cy="475488"/>
          </a:xfrm>
          <a:prstGeom prst="ellipse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5819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Malgun Gothic"/>
              </a:rPr>
              <a:t>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2176272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2DA0"/>
                </a:solidFill>
                <a:latin typeface="Malgun Gothic"/>
              </a:rPr>
              <a:t>AI 청첩장 &amp; 영상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" y="2560320"/>
            <a:ext cx="1965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Malgun Gothic"/>
              </a:rPr>
              <a:t>사진만 넣으면 AI가
청첩장과 영상 자동 완성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" y="3200400"/>
            <a:ext cx="603504" cy="219456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2186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4B3BC7"/>
                </a:solidFill>
                <a:latin typeface="Malgun Gothic"/>
              </a:rPr>
              <a:t>자동 생성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19" y="3200400"/>
            <a:ext cx="603504" cy="219456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16151" y="32186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4B3BC7"/>
                </a:solidFill>
                <a:latin typeface="Malgun Gothic"/>
              </a:rPr>
              <a:t>모바일+종이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56231" y="3200400"/>
            <a:ext cx="603504" cy="219456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3663" y="32186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4B3BC7"/>
                </a:solidFill>
                <a:latin typeface="Malgun Gothic"/>
              </a:rPr>
              <a:t>AI 영상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61488" y="1389888"/>
            <a:ext cx="2212848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61488" y="1389888"/>
            <a:ext cx="45720" cy="2286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61488" y="1389888"/>
            <a:ext cx="2212848" cy="4572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898648" y="1572768"/>
            <a:ext cx="475488" cy="475488"/>
          </a:xfrm>
          <a:prstGeom prst="ellipse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07792" y="15819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Malgun Gothic"/>
              </a:rPr>
              <a:t>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98648" y="2176272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2DA0"/>
                </a:solidFill>
                <a:latin typeface="Malgun Gothic"/>
              </a:rPr>
              <a:t>하객 관리 시스템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8648" y="2560320"/>
            <a:ext cx="1965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Malgun Gothic"/>
              </a:rPr>
              <a:t>RSVP 자동 수집,
참석자 실시간 파악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98648" y="3200400"/>
            <a:ext cx="603504" cy="219456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26079" y="32186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4B3BC7"/>
                </a:solidFill>
                <a:latin typeface="Malgun Gothic"/>
              </a:rPr>
              <a:t>RSVP 자동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3200400"/>
            <a:ext cx="603504" cy="219456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93591" y="32186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4B3BC7"/>
                </a:solidFill>
                <a:latin typeface="Malgun Gothic"/>
              </a:rPr>
              <a:t>실시간 현황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33672" y="3200400"/>
            <a:ext cx="603504" cy="219456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61104" y="32186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4B3BC7"/>
                </a:solidFill>
                <a:latin typeface="Malgun Gothic"/>
              </a:rPr>
              <a:t>알림 발송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38928" y="1389888"/>
            <a:ext cx="2212848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138928" y="1389888"/>
            <a:ext cx="45720" cy="2286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138928" y="1389888"/>
            <a:ext cx="2212848" cy="4572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276088" y="1572768"/>
            <a:ext cx="475488" cy="475488"/>
          </a:xfrm>
          <a:prstGeom prst="ellipse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85232" y="15819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Malgun Gothic"/>
              </a:rPr>
              <a:t>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76088" y="2176272"/>
            <a:ext cx="1965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2DA0"/>
                </a:solidFill>
                <a:latin typeface="Malgun Gothic"/>
              </a:rPr>
              <a:t>모바일 답례 서비스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76088" y="2560320"/>
            <a:ext cx="1965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Malgun Gothic"/>
              </a:rPr>
              <a:t>원하는 답례품 모바일 선택,
Paperless 배송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76088" y="3200400"/>
            <a:ext cx="603504" cy="219456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03520" y="32186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4B3BC7"/>
                </a:solidFill>
                <a:latin typeface="Malgun Gothic"/>
              </a:rPr>
              <a:t>Paperless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3200400"/>
            <a:ext cx="603504" cy="219456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71032" y="32186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4B3BC7"/>
                </a:solidFill>
                <a:latin typeface="Malgun Gothic"/>
              </a:rPr>
              <a:t>원스톱 배송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11112" y="3200400"/>
            <a:ext cx="603504" cy="219456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38544" y="32186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4B3BC7"/>
                </a:solidFill>
                <a:latin typeface="Malgun Gothic"/>
              </a:rPr>
              <a:t>자유 선택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858768"/>
            <a:ext cx="7562088" cy="2340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84048" y="3858768"/>
            <a:ext cx="6793992" cy="13716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84048" y="4059935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29BFE"/>
                </a:solidFill>
                <a:latin typeface="Malgun Gothic"/>
              </a:rPr>
              <a:t>BEFORE &amp; AFTER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" y="431596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Malgun Gothic"/>
              </a:rPr>
              <a:t>메리웰이 바꾸는 결혼 준비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4048" y="4791456"/>
            <a:ext cx="3218688" cy="1188720"/>
          </a:xfrm>
          <a:prstGeom prst="rect">
            <a:avLst/>
          </a:prstGeom>
          <a:solidFill>
            <a:srgbClr val="FFF0F0"/>
          </a:solidFill>
          <a:ln w="10160">
            <a:solidFill>
              <a:srgbClr val="F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48640" y="48463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53E3E"/>
                </a:solidFill>
                <a:latin typeface="Malgun Gothic"/>
              </a:rPr>
              <a:t>✕  기존 방식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17550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algun Gothic"/>
              </a:rPr>
              <a:t>—  청첩장·하객·영상 모두 따로따로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35838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algun Gothic"/>
              </a:rPr>
              <a:t>—  영상 제작 별도 업체 고비용 의뢰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554126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algun Gothic"/>
              </a:rPr>
              <a:t>—  수기·엑셀로 하객 관리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72414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algun Gothic"/>
              </a:rPr>
              <a:t>—  오프라인 답례 수령의 불편함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12463" y="515721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4C430"/>
                </a:solidFill>
                <a:latin typeface="Malgun Gothic"/>
              </a:rPr>
              <a:t>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24528" y="4791456"/>
            <a:ext cx="3218688" cy="1188720"/>
          </a:xfrm>
          <a:prstGeom prst="rect">
            <a:avLst/>
          </a:prstGeom>
          <a:solidFill>
            <a:srgbClr val="EEF0FF"/>
          </a:solidFill>
          <a:ln w="1016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389120" y="48463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B3BC7"/>
                </a:solidFill>
                <a:latin typeface="Malgun Gothic"/>
              </a:rPr>
              <a:t>✓  MARRYWELL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89120" y="517550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algun Gothic"/>
              </a:rPr>
              <a:t>—  하나의 앱으로 전 과정 통합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89120" y="535838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algun Gothic"/>
              </a:rPr>
              <a:t>—  사진 입력 → AI 영상·청첩장 자동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89120" y="554126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algun Gothic"/>
              </a:rPr>
              <a:t>—  RSVP 자동 &amp; 실시간 하객 현황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89120" y="572414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algun Gothic"/>
              </a:rPr>
              <a:t>—  원하는 답례 모바일 직접 선택·배송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199631"/>
            <a:ext cx="7562088" cy="2340864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384048" y="6199631"/>
            <a:ext cx="6793992" cy="13716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84048" y="6400799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29BFE"/>
                </a:solidFill>
                <a:latin typeface="Malgun Gothic"/>
              </a:rPr>
              <a:t>VALUE FOR EVERYONE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4048" y="6656831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Malgun Gothic"/>
              </a:rPr>
              <a:t>모두를 위한 스마트 웨딩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4048" y="7132319"/>
            <a:ext cx="2212848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384048" y="7132319"/>
            <a:ext cx="2212848" cy="36576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12064" y="7223759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2DA0"/>
                </a:solidFill>
                <a:latin typeface="Malgun Gothic"/>
              </a:rPr>
              <a:t>💑  신혼부부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2064" y="7589519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Malgun Gothic"/>
              </a:rPr>
              <a:t>· AI 청첩장·영상 자동 완성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2064" y="7772399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Malgun Gothic"/>
              </a:rPr>
              <a:t>· RSVP 실시간 현황 파악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2064" y="7955279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Malgun Gothic"/>
              </a:rPr>
              <a:t>· 원하는 답례품 자유 선택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2064" y="8138159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Malgun Gothic"/>
              </a:rPr>
              <a:t>· 준비 스트레스 대폭 절감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61488" y="7132319"/>
            <a:ext cx="2212848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2761488" y="7132319"/>
            <a:ext cx="2212848" cy="36576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889504" y="7223759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2DA0"/>
                </a:solidFill>
                <a:latin typeface="Malgun Gothic"/>
              </a:rPr>
              <a:t>🏛  웨딩홀·플래너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89504" y="7589519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Malgun Gothic"/>
              </a:rPr>
              <a:t>· Paperless로 인건비 절감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89504" y="7772399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Malgun Gothic"/>
              </a:rPr>
              <a:t>· 관리자 페이지 운영 효율화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89504" y="7955279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Malgun Gothic"/>
              </a:rPr>
              <a:t>· 차별화 서비스로 경쟁력 강화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889504" y="8138159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Malgun Gothic"/>
              </a:rPr>
              <a:t>· 데이터 기반 커플 분석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138928" y="7132319"/>
            <a:ext cx="2212848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5138928" y="7132319"/>
            <a:ext cx="2212848" cy="36576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266944" y="7223759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2DA0"/>
                </a:solidFill>
                <a:latin typeface="Malgun Gothic"/>
              </a:rPr>
              <a:t>🎊  하객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66944" y="7589519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Malgun Gothic"/>
              </a:rPr>
              <a:t>· 모바일 RSVP 간편 전달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266944" y="7772399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Malgun Gothic"/>
              </a:rPr>
              <a:t>· 비대면 참여 가능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266944" y="7955279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Malgun Gothic"/>
              </a:rPr>
              <a:t>· 원하는 답례품 직접 선택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66944" y="8138159"/>
            <a:ext cx="1956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Malgun Gothic"/>
              </a:rPr>
              <a:t>· 디지털 방명록 축하 전달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8540496"/>
            <a:ext cx="7562088" cy="2148839"/>
          </a:xfrm>
          <a:prstGeom prst="rect">
            <a:avLst/>
          </a:prstGeom>
          <a:solidFill>
            <a:srgbClr val="14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84048" y="8796528"/>
            <a:ext cx="679399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결혼 준비, 가장 </a:t>
            </a:r>
            <a:r>
              <a:rPr sz="1900" b="1">
                <a:solidFill>
                  <a:srgbClr val="F4C430"/>
                </a:solidFill>
                <a:latin typeface="Malgun Gothic"/>
              </a:rPr>
              <a:t>스마트한 선택.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84048" y="9253728"/>
            <a:ext cx="6793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CC"/>
                </a:solidFill>
                <a:latin typeface="Malgun Gothic"/>
              </a:rPr>
              <a:t>준비는 간단하게, 결혼은 완벽하게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72768" y="9582912"/>
            <a:ext cx="1828800" cy="36576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572768" y="9610344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 err="1">
                <a:solidFill>
                  <a:srgbClr val="1A1A2E"/>
                </a:solidFill>
                <a:latin typeface="Malgun Gothic"/>
              </a:rPr>
              <a:t>무료</a:t>
            </a:r>
            <a:r>
              <a:rPr sz="1000" b="1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000" b="1" dirty="0" err="1">
                <a:solidFill>
                  <a:srgbClr val="1A1A2E"/>
                </a:solidFill>
                <a:latin typeface="Malgun Gothic"/>
              </a:rPr>
              <a:t>체험</a:t>
            </a:r>
            <a:r>
              <a:rPr sz="1000" b="1" dirty="0">
                <a:solidFill>
                  <a:srgbClr val="1A1A2E"/>
                </a:solidFill>
                <a:latin typeface="Malgun Gothic"/>
              </a:rPr>
              <a:t> </a:t>
            </a:r>
            <a:r>
              <a:rPr sz="1000" b="1" dirty="0" err="1">
                <a:solidFill>
                  <a:srgbClr val="1A1A2E"/>
                </a:solidFill>
                <a:latin typeface="Malgun Gothic"/>
              </a:rPr>
              <a:t>시작</a:t>
            </a:r>
            <a:r>
              <a:rPr sz="1000" b="1" dirty="0">
                <a:solidFill>
                  <a:srgbClr val="1A1A2E"/>
                </a:solidFill>
                <a:latin typeface="Malgun Gothic"/>
              </a:rPr>
              <a:t> 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584448" y="9582912"/>
            <a:ext cx="1828800" cy="365760"/>
          </a:xfrm>
          <a:prstGeom prst="rect">
            <a:avLst/>
          </a:prstGeom>
          <a:noFill/>
          <a:ln w="127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584448" y="9610344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0" dirty="0">
                <a:solidFill>
                  <a:srgbClr val="CCCCFF"/>
                </a:solidFill>
                <a:latin typeface="Malgun Gothic"/>
              </a:rPr>
              <a:t>02-6092-9169</a:t>
            </a:r>
            <a:endParaRPr sz="1000" b="0" dirty="0">
              <a:solidFill>
                <a:srgbClr val="CCCCFF"/>
              </a:solidFill>
              <a:latin typeface="Malgun Gothic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384048" y="10113264"/>
            <a:ext cx="6793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88"/>
                </a:solidFill>
                <a:latin typeface="Malgun Gothic"/>
              </a:rPr>
              <a:t>www.marrywell.co.kr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360</Words>
  <Application>Microsoft Office PowerPoint</Application>
  <PresentationFormat>사용자 지정</PresentationFormat>
  <Paragraphs>87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jiyeon kim</cp:lastModifiedBy>
  <cp:revision>2</cp:revision>
  <dcterms:created xsi:type="dcterms:W3CDTF">2013-01-27T09:14:16Z</dcterms:created>
  <dcterms:modified xsi:type="dcterms:W3CDTF">2026-04-12T09:58:01Z</dcterms:modified>
  <cp:category/>
</cp:coreProperties>
</file>