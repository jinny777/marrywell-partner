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404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2651760"/>
          </a:xfrm>
          <a:prstGeom prst="rect">
            <a:avLst/>
          </a:prstGeom>
          <a:solidFill>
            <a:srgbClr val="140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265176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7472" y="274320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29BF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MARRYWELL 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74320"/>
            <a:ext cx="71048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99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소개 수익 프로그램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40080"/>
            <a:ext cx="5486400" cy="1205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소개만 해도</a:t>
            </a:r>
          </a:p>
          <a:p>
            <a:pPr algn="l">
              <a:lnSpc>
                <a:spcPct val="108000"/>
              </a:lnSpc>
            </a:pPr>
            <a:r>
              <a:rPr sz="3600" b="1">
                <a:solidFill>
                  <a:srgbClr val="F4C43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수익이 생깁니다.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019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E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메리웰 파트너가 되어 고객 1건당 최대 7만원 페이백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286000"/>
            <a:ext cx="1280160" cy="20116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7472" y="2340864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🎯  신청 즉시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340864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💸  건당 최대 7만원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340864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📦  마케팅 자료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651760"/>
            <a:ext cx="7562088" cy="16459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2651760"/>
            <a:ext cx="50292" cy="1645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7472" y="2852928"/>
            <a:ext cx="3657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29BF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307238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3단계로 수익 창출</a:t>
            </a:r>
          </a:p>
        </p:txBody>
      </p:sp>
      <p:sp>
        <p:nvSpPr>
          <p:cNvPr id="18" name="Oval 17"/>
          <p:cNvSpPr/>
          <p:nvPr/>
        </p:nvSpPr>
        <p:spPr>
          <a:xfrm>
            <a:off x="347472" y="3456432"/>
            <a:ext cx="402336" cy="402336"/>
          </a:xfrm>
          <a:prstGeom prst="ellipse">
            <a:avLst/>
          </a:prstGeom>
          <a:solidFill>
            <a:srgbClr val="4B3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474720"/>
            <a:ext cx="402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47472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메리웰 소개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73075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고객에게 메리웰 서비스
소개 및 가입 유도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3511296"/>
            <a:ext cx="27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C43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2724912" y="3456432"/>
            <a:ext cx="402336" cy="402336"/>
          </a:xfrm>
          <a:prstGeom prst="ellipse">
            <a:avLst/>
          </a:prstGeom>
          <a:solidFill>
            <a:srgbClr val="4B3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24912" y="3474720"/>
            <a:ext cx="402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347472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 구매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373075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고객이 메리웰 유료
서비스 결제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3511296"/>
            <a:ext cx="27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C43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5102352" y="3456432"/>
            <a:ext cx="402336" cy="402336"/>
          </a:xfrm>
          <a:prstGeom prst="ellipse">
            <a:avLst/>
          </a:prstGeom>
          <a:solidFill>
            <a:srgbClr val="4B3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02352" y="3474720"/>
            <a:ext cx="402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47472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페이백 수령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373075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정산으로 소개 건당
페이백 자동 지급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297680"/>
            <a:ext cx="756208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4297680"/>
            <a:ext cx="50292" cy="2743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7472" y="4498848"/>
            <a:ext cx="3657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4A8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PAYBACK TIERS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471830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등급별 페이백 혜택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5102352"/>
            <a:ext cx="2212848" cy="173736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47472" y="5102352"/>
            <a:ext cx="2212848" cy="4572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" y="5230368"/>
            <a:ext cx="1463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B3BC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Basic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554126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1–4건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5797296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₩ 30,000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6163056"/>
            <a:ext cx="19568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" y="6528816"/>
            <a:ext cx="731520" cy="201168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75488" y="6537960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건당 3만원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24912" y="5102352"/>
            <a:ext cx="2212848" cy="173736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724912" y="5102352"/>
            <a:ext cx="2212848" cy="45720"/>
          </a:xfrm>
          <a:prstGeom prst="rect">
            <a:avLst/>
          </a:prstGeom>
          <a:solidFill>
            <a:srgbClr val="4B3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52928" y="5230368"/>
            <a:ext cx="1463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5CE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Silver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52928" y="554126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5–9건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52928" y="5797296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₩ 50,000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2928" y="6163056"/>
            <a:ext cx="19568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52928" y="6528816"/>
            <a:ext cx="731520" cy="201168"/>
          </a:xfrm>
          <a:prstGeom prst="rect">
            <a:avLst/>
          </a:prstGeom>
          <a:solidFill>
            <a:srgbClr val="4B3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52928" y="6537960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건당 5만원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02352" y="5102352"/>
            <a:ext cx="2212848" cy="1737360"/>
          </a:xfrm>
          <a:prstGeom prst="rect">
            <a:avLst/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102352" y="5102352"/>
            <a:ext cx="2212848" cy="4572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565392" y="5193792"/>
            <a:ext cx="676656" cy="201168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565392" y="5202936"/>
            <a:ext cx="67665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★ BEST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0368" y="5230368"/>
            <a:ext cx="1463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8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Gold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0368" y="554126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10건+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0368" y="5797296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₩ 70,000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0368" y="6163056"/>
            <a:ext cx="19568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30368" y="6528816"/>
            <a:ext cx="731520" cy="201168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230368" y="6537960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건당 7만원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72" y="6912864"/>
            <a:ext cx="6793992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47472" y="6894576"/>
            <a:ext cx="67939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 Gold 파트너 기준 월 10건 소개 시 최대 70만원 페이백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7040880"/>
            <a:ext cx="7562088" cy="164592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0" y="7040880"/>
            <a:ext cx="50292" cy="16459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47472" y="7242048"/>
            <a:ext cx="3657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29BF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PARTNER BENEFITS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7472" y="746150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파트너 전용 혜택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" y="7808976"/>
            <a:ext cx="1643634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38912" y="7863840"/>
            <a:ext cx="329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" y="7863840"/>
            <a:ext cx="116814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마케팅 자료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" y="8119872"/>
            <a:ext cx="1168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SNS 템플릿·배너
콘텐츠 패키지 제공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64257" y="7808976"/>
            <a:ext cx="1643634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55698" y="7863840"/>
            <a:ext cx="329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03170" y="7863840"/>
            <a:ext cx="116814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전담 매니저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03170" y="8119872"/>
            <a:ext cx="1168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Silver 이상 파트너
전담 매니저 배정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81044" y="7808976"/>
            <a:ext cx="1643634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872483" y="7863840"/>
            <a:ext cx="329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📊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19956" y="7863840"/>
            <a:ext cx="116814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파트너 대시보드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19956" y="8119872"/>
            <a:ext cx="1168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실시간 소개 현황
및 정산 내역 확인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97830" y="7808976"/>
            <a:ext cx="1643634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589270" y="7863840"/>
            <a:ext cx="329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36742" y="7863840"/>
            <a:ext cx="116814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우선 정산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36742" y="8119872"/>
            <a:ext cx="1168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1회 정기 정산
빠른 지급 보장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8686800"/>
            <a:ext cx="7562088" cy="1737359"/>
          </a:xfrm>
          <a:prstGeom prst="rect">
            <a:avLst/>
          </a:prstGeom>
          <a:solidFill>
            <a:srgbClr val="140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279908" y="8942832"/>
            <a:ext cx="29931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지금 바로 </a:t>
            </a:r>
            <a:r>
              <a:rPr sz="2000" b="1">
                <a:solidFill>
                  <a:srgbClr val="F4C43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파트너 신청하기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7472" y="940003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C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신청 후 24시간 내 전용 파트너 코드 발급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56816" y="9747504"/>
            <a:ext cx="3648456" cy="420624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956816" y="9784080"/>
            <a:ext cx="3648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파트너 신청하기  →  partners.marrywell.co.kr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7472" y="10296144"/>
            <a:ext cx="6858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A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담당자 문의:  partners@marrywell.co.kr</a:t>
            </a:r>
          </a:p>
          <a:p>
            <a:pPr algn="ctr">
              <a:lnSpc>
                <a:spcPct val="130000"/>
              </a:lnSpc>
            </a:pPr>
            <a:r>
              <a:rPr sz="900" b="0">
                <a:solidFill>
                  <a:srgbClr val="8888AA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공식 홈페이지:  www.marrywell.co.kr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10424160"/>
            <a:ext cx="7562088" cy="265176"/>
          </a:xfrm>
          <a:prstGeom prst="rect">
            <a:avLst/>
          </a:prstGeom>
          <a:solidFill>
            <a:srgbClr val="0D0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0" y="10451592"/>
            <a:ext cx="72877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5557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MARRYWELL  ·  AI Wedding Studio  ·  www.marrywell.co.kr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233</Words>
  <Application>Microsoft Office PowerPoint</Application>
  <PresentationFormat>사용자 지정</PresentationFormat>
  <Paragraphs>60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Noto Sans KR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jiyeon kim</cp:lastModifiedBy>
  <cp:revision>2</cp:revision>
  <dcterms:created xsi:type="dcterms:W3CDTF">2013-01-27T09:14:16Z</dcterms:created>
  <dcterms:modified xsi:type="dcterms:W3CDTF">2026-04-13T00:25:15Z</dcterms:modified>
  <cp:category/>
</cp:coreProperties>
</file>